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A1E07-99B9-95F6-5C50-E1F2D4313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CB8F67-7CF5-D906-A11F-0B4B3AF73F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9317F2-80D4-F192-0A70-032117002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4746F-579A-4B36-9355-56B59BA48FA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21BE54-C93C-EED9-75B5-84A379A89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386B28-B31E-2D44-61B9-FCCAE9AD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06B0A-FC5B-4D6F-BE58-54356156D9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0521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574BED-A7B7-EEAD-88E9-B4C355CD4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7CD9E4-18C1-6D19-3975-FB1030374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FFBD34-4457-3951-7062-CEA43BB4F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4746F-579A-4B36-9355-56B59BA48FA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60D86A-A7D1-8B81-FD32-B6D94A03E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72C9BC-F9D2-760B-535D-9A4D37D36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06B0A-FC5B-4D6F-BE58-54356156D9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401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5150D-B3F7-0A65-7CDC-625B0762D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6B0FF0-86F1-0D60-A2C3-E1709B7D0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5CBD48-7D32-FB5E-C02F-81266EE7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4746F-579A-4B36-9355-56B59BA48FA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437794-0881-68F7-197D-E4AAD1828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2BE3E2-7AC7-3660-A411-CFC1E4507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06B0A-FC5B-4D6F-BE58-54356156D9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245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565DE0-8E51-A716-63BC-53F213C3F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602455-6ACD-8A7D-A613-96AFC2524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0BF9F0D-E3E6-1511-08C4-F267A6584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7AC954-0318-7CB7-F5C4-11024CEB5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4746F-579A-4B36-9355-56B59BA48FA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D0E03E-421F-29DA-B710-E376EF962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DDE7A0-17E1-7608-048F-651E579A5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06B0A-FC5B-4D6F-BE58-54356156D9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6752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F7ACD6-7C32-C6A9-4C0F-EA8B28A32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7B322E-685C-4E8C-7B11-497246F32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5282EE-A7DC-7C34-45D5-4DE239861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5E47AE-7897-18CE-1FF9-DCAB58CE39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0C7C74D-FEF7-E169-EB58-2F162C04D1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A0289D3-3113-D0CD-B0A3-D7EE0C946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4746F-579A-4B36-9355-56B59BA48FA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F58EA2-C154-2AA7-4CC7-77FF84437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86DE719-D020-B941-43CA-82A4B5BE7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06B0A-FC5B-4D6F-BE58-54356156D9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8071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F1871-F664-5E17-99B7-3BC2EB81F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3C8B71F-E82D-C43C-E975-9F052AD28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4746F-579A-4B36-9355-56B59BA48FA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06BD947-449A-B04A-B1A1-8454050C9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B608B54-BB0E-928E-71C6-0278247AC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06B0A-FC5B-4D6F-BE58-54356156D9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4947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55E48D6-8F3D-4CBA-B6B0-0651AFEA8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4746F-579A-4B36-9355-56B59BA48FA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86B1900-BCA2-5BC2-9A51-3B203B364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890D17-17D0-B7DE-6B96-A77BB95B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06B0A-FC5B-4D6F-BE58-54356156D9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752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BEF08A-7907-C89D-0C4C-B565294DB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C8E92F-E870-DD80-7A0A-249072634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E04497-181E-E0D5-2C79-CAE3A1C4C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94CC83-1E7F-1D8A-71C1-5980ADFE3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4746F-579A-4B36-9355-56B59BA48FA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8883E58-B1E4-1CD5-74E7-910C5BFD3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3710D7C-643C-E2A8-AA70-3D2D37862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06B0A-FC5B-4D6F-BE58-54356156D9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7570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90B428-B5FF-BF55-B867-4BBC71458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5171185-A8FB-4406-31D0-9C9F770520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1A89D5A-B491-B2D3-4131-9FA22CD53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77621D-E7B6-E8E2-EB76-0DA427B8D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4746F-579A-4B36-9355-56B59BA48FA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72D1E7-CE64-B448-3997-4A4054E0C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4888C91-FD0A-A2C0-5D6E-A53B02366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06B0A-FC5B-4D6F-BE58-54356156D9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3850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99E70-06F3-CDB1-8741-6B6314661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942BD09-ABA9-61D3-762B-05E3DAFF2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36E63B-E44A-483A-0CBE-5311BC2FA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4746F-579A-4B36-9355-56B59BA48FA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C7C598-3775-903C-EE99-9392165EF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01FD38-B485-1DC6-F639-08D4A8F1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06B0A-FC5B-4D6F-BE58-54356156D9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0976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C7687C0-EE7F-91C7-D212-10EBE1771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B56D1AA-DFB5-848B-B4CA-12CE02220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E37250-74B5-956D-B51E-A3DDDF20E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4746F-579A-4B36-9355-56B59BA48FA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F9E531-8E43-A02F-8F14-5C923EDF9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09B727-C77D-AA74-4763-E3ACD4D08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06B0A-FC5B-4D6F-BE58-54356156D9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8633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295F757-DDCF-3CCB-6CF6-527C5BEF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48DE3DA-2E17-8AF0-C726-467B3A6A7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15A20E-02BB-CE99-26C7-365E0F7738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4746F-579A-4B36-9355-56B59BA48FA3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9A6C62-386E-5129-877E-72B8AA9C9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DBA950-B464-DD1D-7390-F51749BCAF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106B0A-FC5B-4D6F-BE58-54356156D9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713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AD447A0-9D22-A1E5-EA35-BCCC6F99141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32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E4AE55E-DF64-0168-4B55-1B179608C24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731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CF96F8A-2095-B434-74F1-EEB8DE02A65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38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C452948-07EA-2BFA-CB8D-03167FA84D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38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1C721C8-6458-6D60-0D37-0E07D81CB77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688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BD9ED30-B48A-A9BB-93B0-35428D02022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313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4EE777A-D3D5-FEDC-A124-18164727229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714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FFE385A-937B-2D62-1E5D-C1BD0B3E768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315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58A6C40-0084-88CB-66DD-A9CB95A67FE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39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21B3473-4A26-F4C8-14CB-6C64937FA32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650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813A1BE-6EFE-F2EA-34DA-CD6E09131D3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712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D191503-1679-4901-BFCC-1E30D093495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49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F24D4AB-E27D-E475-8BE1-B2D5CE44B2B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03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DEFD2B3-F228-DD1C-444A-E01E610CF22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351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3ACA8D8-3C97-BB43-2BAE-AE9572A8F52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9108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Personalizar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vitor Carvalho de Medeiros</dc:creator>
  <cp:lastModifiedBy>vitor Carvalho de Medeiros</cp:lastModifiedBy>
  <cp:revision>1</cp:revision>
  <dcterms:created xsi:type="dcterms:W3CDTF">2026-03-23T14:51:18Z</dcterms:created>
  <dcterms:modified xsi:type="dcterms:W3CDTF">2026-03-23T14:51:18Z</dcterms:modified>
</cp:coreProperties>
</file>