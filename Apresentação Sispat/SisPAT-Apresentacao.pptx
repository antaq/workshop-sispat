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CE4CAF-4B83-C1FB-376D-69E6087369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3B28D40-65B1-7319-72C2-72FE56997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4C3925-6FF3-7703-7BA1-C9093AF1D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66B68-42F0-4C90-97A8-3B6B7BC89F17}" type="datetimeFigureOut">
              <a:rPr lang="pt-BR" smtClean="0"/>
              <a:t>20/03/2026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35E883-493C-D4CF-FFD5-A23A1C859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F9D092-04E6-38DF-B1FD-9209C8064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D01B-B7AB-49D1-9019-75DEB56A83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8378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11CD07-F3D9-DEC2-9FF8-55C405875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BB6310-B69C-D18A-0AF6-E69AAACA9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52D341B-97E4-A3C3-6D66-96BFFB0E2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66B68-42F0-4C90-97A8-3B6B7BC89F17}" type="datetimeFigureOut">
              <a:rPr lang="pt-BR" smtClean="0"/>
              <a:t>20/03/2026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B0BE6E-6C99-FD67-BD39-D365DE3B6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0E29A09-EA14-8A84-00C1-8DED5DCFC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D01B-B7AB-49D1-9019-75DEB56A83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3321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4590B1-FCDD-E0F6-9DF5-A051B64EF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1620DFA-7C4E-DEC6-3D2D-04AF3954A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7F9516-D602-8B67-B7A0-F879B6A5A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66B68-42F0-4C90-97A8-3B6B7BC89F17}" type="datetimeFigureOut">
              <a:rPr lang="pt-BR" smtClean="0"/>
              <a:t>20/03/2026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3D6874C-577F-7062-7BF0-6D641E7BB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009418-DEBC-1C43-B756-BD46B7814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D01B-B7AB-49D1-9019-75DEB56A83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2974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C96975-FE89-2B73-0DB0-F595EBEB1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5DF8BE-3E8A-4253-C831-EB486C2B52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3D84955-00F3-C129-AF8B-CE32E22C26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AA298A9-BBB2-34A1-1130-52B0656AD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66B68-42F0-4C90-97A8-3B6B7BC89F17}" type="datetimeFigureOut">
              <a:rPr lang="pt-BR" smtClean="0"/>
              <a:t>20/03/2026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39967D3-88A0-1E56-D63E-39A110D59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A99A7B2-F984-6B78-4C55-A8AC76DE3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D01B-B7AB-49D1-9019-75DEB56A83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7978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14452D-C6CE-12B4-E40E-9DE1C48FF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1DBEDDF-C3D0-910D-C3DA-ADFC09DF4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96E70BA-E140-0FF2-205C-CAF863F552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1067CFA-A78E-2613-44D9-56D264142E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8AC6C10-1589-F6FA-D06D-51A8224089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FDB7AF6-D307-42B9-3283-288425616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66B68-42F0-4C90-97A8-3B6B7BC89F17}" type="datetimeFigureOut">
              <a:rPr lang="pt-BR" smtClean="0"/>
              <a:t>20/03/2026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EFE01F3-C8A5-64B1-1236-CFD1EE9FA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755AC38-DE61-D003-A182-F8150B6D4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D01B-B7AB-49D1-9019-75DEB56A83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8486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42D2E1-39D9-0497-6C52-76C56E1C9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711E1F1-A999-8162-C238-737C52F2C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66B68-42F0-4C90-97A8-3B6B7BC89F17}" type="datetimeFigureOut">
              <a:rPr lang="pt-BR" smtClean="0"/>
              <a:t>20/03/2026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32A8599-A134-277A-32FA-9A4450C2D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4F4CF57-746F-43F6-386B-3C9139EB6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D01B-B7AB-49D1-9019-75DEB56A83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179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16D4EAE-0536-CD19-AC75-148014BF6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66B68-42F0-4C90-97A8-3B6B7BC89F17}" type="datetimeFigureOut">
              <a:rPr lang="pt-BR" smtClean="0"/>
              <a:t>20/03/2026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C5468B4-81C0-A967-7075-5E84FBA90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C0959FE-E449-CC31-02B3-55F643D96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D01B-B7AB-49D1-9019-75DEB56A83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0956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317B18-5A14-8687-3C6A-B9ADC5064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130F89-36F9-94AE-3C43-7A4962483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EB5AC63-EA8F-7907-076B-FFFF9CE3EF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C34E8F8-E958-4455-5F82-A141F5E9D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66B68-42F0-4C90-97A8-3B6B7BC89F17}" type="datetimeFigureOut">
              <a:rPr lang="pt-BR" smtClean="0"/>
              <a:t>20/03/2026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B511A4C-4994-3211-130A-40C1FA47D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D6CF3B3-EA34-46C2-2DD9-165E29B5F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D01B-B7AB-49D1-9019-75DEB56A83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316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052E36-54DB-98E9-9C7E-C87986897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195EF79-063D-FEBB-8D51-05A80C6E62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B2AE1E1-A279-16FB-7443-3C155213FC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12B8A53-92A5-DFEE-D93F-920A3299C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66B68-42F0-4C90-97A8-3B6B7BC89F17}" type="datetimeFigureOut">
              <a:rPr lang="pt-BR" smtClean="0"/>
              <a:t>20/03/2026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075887D-0883-E018-A396-FB222329F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AB7C7B1-5840-BB5E-F602-DF907EE72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D01B-B7AB-49D1-9019-75DEB56A83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594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608DFB-40BF-01C9-AFEC-B56695603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560FAF1-4869-5E5A-78BE-D0BB441F94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88F896-A1F4-2BD7-49D4-03B6D6E59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66B68-42F0-4C90-97A8-3B6B7BC89F17}" type="datetimeFigureOut">
              <a:rPr lang="pt-BR" smtClean="0"/>
              <a:t>20/03/2026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52DBFA-6C2C-7809-7F0E-563D5FCA9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854377-1414-FDCF-F8AD-72A42466F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D01B-B7AB-49D1-9019-75DEB56A83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9105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84DE0BA-A442-AA85-77AA-3E9823AB54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A00127-FFE9-D10B-D633-BA5B2A6049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8155F0-E149-2726-3E01-F9DBF6777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66B68-42F0-4C90-97A8-3B6B7BC89F17}" type="datetimeFigureOut">
              <a:rPr lang="pt-BR" smtClean="0"/>
              <a:t>20/03/2026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9EE364-E535-CA79-E2AD-84E0B45B6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2AB46BC-9BD3-07F3-337E-96B9B9400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D01B-B7AB-49D1-9019-75DEB56A83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6765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8C8E353-75EC-4312-3508-823B9C89D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E6F33A6-A016-0599-AF69-8775D17E7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8551F8-9A81-0457-780C-9CD4E1E65E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766B68-42F0-4C90-97A8-3B6B7BC89F17}" type="datetimeFigureOut">
              <a:rPr lang="pt-BR" smtClean="0"/>
              <a:t>20/03/2026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DC61A41-642A-4343-83EE-F2E64EB748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4221CF3-D2C4-5913-F4F9-74885DE5F4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62D01B-B7AB-49D1-9019-75DEB56A83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0321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99E7D1B-90A5-F9EB-4B76-DD760046AF4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135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D653BFE-040F-6051-8F09-45A0A3632BB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578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9B4038E-D1CA-ED00-0990-FF1FCEF19B0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185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BB5F918-647B-CBD4-A4D8-7FFCE8BEF58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504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31247AB-D053-D06E-EAE3-DA396A603BF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497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DBF6F5D-24E2-5A46-AA14-ECEA6922E57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017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5208AEE-A7FC-3E1B-A43C-1FA58C64477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999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F0FFC7E-B12A-E49C-C275-C5E47203C60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561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F090B4A-226B-973A-1869-FEBB559E0B3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443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24F900B-43F5-AB29-DF91-A3AF5872D22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68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3FFEE63-125B-50F9-5C71-61014BE7800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307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5E1AB58-DC56-1641-B446-57D07EAC57F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316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4F9771B-9AED-1FD4-3153-A72AD1CA72D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0340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0FCC657-E156-9067-36DE-A1D4D4C5A74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662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7562687-5FA7-8347-CC54-92C69290B88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6505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Personalizar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vitor Carvalho de Medeiros</dc:creator>
  <cp:lastModifiedBy>vitor Carvalho de Medeiros</cp:lastModifiedBy>
  <cp:revision>1</cp:revision>
  <dcterms:created xsi:type="dcterms:W3CDTF">2026-03-20T17:37:13Z</dcterms:created>
  <dcterms:modified xsi:type="dcterms:W3CDTF">2026-03-20T17:37:13Z</dcterms:modified>
</cp:coreProperties>
</file>